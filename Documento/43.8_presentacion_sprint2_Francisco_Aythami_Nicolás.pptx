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305" r:id="rId5"/>
    <p:sldId id="306" r:id="rId6"/>
    <p:sldId id="307" r:id="rId7"/>
    <p:sldId id="322" r:id="rId8"/>
    <p:sldId id="323" r:id="rId9"/>
    <p:sldId id="308" r:id="rId10"/>
    <p:sldId id="309" r:id="rId11"/>
    <p:sldId id="324" r:id="rId12"/>
    <p:sldId id="310" r:id="rId13"/>
    <p:sldId id="325" r:id="rId14"/>
    <p:sldId id="316" r:id="rId15"/>
    <p:sldId id="318" r:id="rId16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94682"/>
  </p:normalViewPr>
  <p:slideViewPr>
    <p:cSldViewPr snapToGrid="0">
      <p:cViewPr varScale="1">
        <p:scale>
          <a:sx n="78" d="100"/>
          <a:sy n="78" d="100"/>
        </p:scale>
        <p:origin x="653" y="62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Marcador de posición de fecha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EF1077DB-935E-4A0A-947A-D283B9F9F452}" type="datetimeFigureOut">
              <a:rPr lang="en-US" smtClean="0"/>
              <a:t>3/30/2025</a:t>
            </a:fld>
            <a:endParaRPr lang="en-US" dirty="0"/>
          </a:p>
        </p:txBody>
      </p:sp>
      <p:sp>
        <p:nvSpPr>
          <p:cNvPr id="4" name="Marcador de posición de pie de página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82C0B10-7CAE-41E4-AB02-7E8B1FF2B898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noProof="0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9EDBDA2-4480-4D82-8886-1B64A7ECBBAC}" type="datetimeFigureOut">
              <a:rPr lang="en-US" noProof="0" smtClean="0"/>
              <a:t>3/30/2025</a:t>
            </a:fld>
            <a:endParaRPr lang="en-US" noProof="0" dirty="0"/>
          </a:p>
        </p:txBody>
      </p:sp>
      <p:sp>
        <p:nvSpPr>
          <p:cNvPr id="4" name="Marcador de posición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noProof="0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" noProof="0"/>
              <a:t>Editar estilos de texto del patrón</a:t>
            </a:r>
          </a:p>
          <a:p>
            <a:pPr lvl="1" rtl="0"/>
            <a:r>
              <a:rPr lang="es" noProof="0"/>
              <a:t>Segundo nivel</a:t>
            </a:r>
          </a:p>
          <a:p>
            <a:pPr lvl="2" rtl="0"/>
            <a:r>
              <a:rPr lang="es" noProof="0"/>
              <a:t>Tercer nivel</a:t>
            </a:r>
          </a:p>
          <a:p>
            <a:pPr lvl="3" rtl="0"/>
            <a:r>
              <a:rPr lang="es" noProof="0"/>
              <a:t>Cuarto nivel</a:t>
            </a:r>
          </a:p>
          <a:p>
            <a:pPr lvl="4" rtl="0"/>
            <a:r>
              <a:rPr lang="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noProof="0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FDDBACE-0F8F-43FD-98F0-DEE13552DADA}" type="slidenum">
              <a:rPr lang="en-US" noProof="0" smtClean="0"/>
              <a:t>‹Nº›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áfico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rtlCol="0"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 rtlCol="0"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áfico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rtlCol="0" anchor="t"/>
          <a:lstStyle>
            <a:lvl1pPr>
              <a:defRPr sz="2000" cap="all" spc="300" baseline="0"/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4" name="Marcador de contenido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 rtlCol="0"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3" name="Marcador de posición de pie de página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es" noProof="0"/>
              <a:t>TÍTULO DEL PIE DE PÁGINA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to de sección con imagen 01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áfico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áfico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6" name="Marcador de posición de imagen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11240" y="2231136"/>
            <a:ext cx="6080760" cy="4626864"/>
          </a:xfrm>
          <a:solidFill>
            <a:schemeClr val="accent6">
              <a:lumMod val="50000"/>
            </a:schemeClr>
          </a:solidFill>
        </p:spPr>
        <p:txBody>
          <a:bodyPr rtlCol="0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6931152" cy="557784"/>
          </a:xfrm>
        </p:spPr>
        <p:txBody>
          <a:bodyPr rtlCol="0"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 rtlCol="0"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áfico 9">
            <a:extLst>
              <a:ext uri="{FF2B5EF4-FFF2-40B4-BE49-F238E27FC236}">
                <a16:creationId xmlns:a16="http://schemas.microsoft.com/office/drawing/2014/main" id="{E18B122A-848F-E50E-C503-3930933A5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/>
          <a:stretch/>
        </p:blipFill>
        <p:spPr>
          <a:xfrm>
            <a:off x="8401354" y="0"/>
            <a:ext cx="3790646" cy="6857999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08CD9875-E4AF-D7EA-9F8B-D27F2C3104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8513E8A3-5E78-5821-6B7B-AF6343ACA7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E256415C-5388-7D35-1C15-8DA4ACDCA1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8B78E2E7-B83A-F17C-9869-FED59DD512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rtlCol="0" anchor="t"/>
          <a:lstStyle>
            <a:lvl1pPr>
              <a:defRPr sz="2000" cap="all" spc="300" baseline="0"/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6" name="Marcador de contenido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 rtlCol="0"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3" name="Marcador de posición de pie de página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es" noProof="0"/>
              <a:t>TÍTULO DEL PIE DE PÁGINA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1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to de sección con imagen 02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>
            <a:extLst>
              <a:ext uri="{FF2B5EF4-FFF2-40B4-BE49-F238E27FC236}">
                <a16:creationId xmlns:a16="http://schemas.microsoft.com/office/drawing/2014/main" id="{0321C850-160D-5CD7-B829-ADE752EA7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33105707-8D59-D00C-596A-380479D0E0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7" name="Gráfico 6">
            <a:extLst>
              <a:ext uri="{FF2B5EF4-FFF2-40B4-BE49-F238E27FC236}">
                <a16:creationId xmlns:a16="http://schemas.microsoft.com/office/drawing/2014/main" id="{3DC4FC4F-BE00-1554-FEBD-DE21F3AB3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0A310F08-0B34-7E1C-7605-4F81502355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63371AFC-6FAC-3C10-CCC0-ECE8DB9E9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rtlCol="0"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024" cy="2679192"/>
          </a:xfrm>
        </p:spPr>
        <p:txBody>
          <a:bodyPr rtlCol="0"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Marcador de posición de imagen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62272"/>
            <a:ext cx="12188952" cy="2395728"/>
          </a:xfrm>
          <a:solidFill>
            <a:schemeClr val="accent6">
              <a:lumMod val="75000"/>
            </a:schemeClr>
          </a:solidFill>
        </p:spPr>
        <p:txBody>
          <a:bodyPr rtlCol="0"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03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>
            <a:extLst>
              <a:ext uri="{FF2B5EF4-FFF2-40B4-BE49-F238E27FC236}">
                <a16:creationId xmlns:a16="http://schemas.microsoft.com/office/drawing/2014/main" id="{D0F0E0D3-11E9-A85D-821D-49C27B06B0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7433D848-BBB0-8852-CBA7-96FB04BFAD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556"/>
          <a:stretch/>
        </p:blipFill>
        <p:spPr>
          <a:xfrm>
            <a:off x="10687351" y="4584700"/>
            <a:ext cx="1504649" cy="1130300"/>
          </a:xfrm>
          <a:prstGeom prst="rect">
            <a:avLst/>
          </a:prstGeom>
        </p:spPr>
      </p:pic>
      <p:pic>
        <p:nvPicPr>
          <p:cNvPr id="7" name="Gráfico 6">
            <a:extLst>
              <a:ext uri="{FF2B5EF4-FFF2-40B4-BE49-F238E27FC236}">
                <a16:creationId xmlns:a16="http://schemas.microsoft.com/office/drawing/2014/main" id="{3A0A5B28-1267-FF8C-DD34-4AE0CE17FD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72FE7896-D379-408C-54BB-757C71F0DE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15" r="34180"/>
          <a:stretch/>
        </p:blipFill>
        <p:spPr>
          <a:xfrm>
            <a:off x="10687351" y="1141376"/>
            <a:ext cx="1504649" cy="11540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rtlCol="0" anchor="t"/>
          <a:lstStyle>
            <a:lvl1pPr>
              <a:defRPr sz="2000" cap="all" spc="300" baseline="0"/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6" name="Marcador de contenido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 rtlCol="0"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37E02B10-F9DF-509C-64D5-91DEB69881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455" y="1536826"/>
            <a:ext cx="5650992" cy="557784"/>
          </a:xfrm>
        </p:spPr>
        <p:txBody>
          <a:bodyPr rtlCol="0"/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 rtl="0"/>
            <a:r>
              <a:rPr lang="es-ES"/>
              <a:t>Haga clic para modificar los estilos de texto del patrón</a:t>
            </a:r>
          </a:p>
        </p:txBody>
      </p:sp>
      <p:sp>
        <p:nvSpPr>
          <p:cNvPr id="9" name="Marcador de contenido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2267712"/>
            <a:ext cx="5650992" cy="3767328"/>
          </a:xfrm>
        </p:spPr>
        <p:txBody>
          <a:bodyPr rtlCol="0"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n-US" dirty="0"/>
          </a:p>
        </p:txBody>
      </p:sp>
      <p:sp>
        <p:nvSpPr>
          <p:cNvPr id="3" name="Marcador de posición de pie de página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es" noProof="0"/>
              <a:t>TÍTULO DEL PIE DE PÁGINA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75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con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áfico 9">
            <a:extLst>
              <a:ext uri="{FF2B5EF4-FFF2-40B4-BE49-F238E27FC236}">
                <a16:creationId xmlns:a16="http://schemas.microsoft.com/office/drawing/2014/main" id="{DCE1CF12-4201-C23B-7B9A-02EB4F8A7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396"/>
          <a:stretch/>
        </p:blipFill>
        <p:spPr>
          <a:xfrm>
            <a:off x="0" y="5731980"/>
            <a:ext cx="12192000" cy="113872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513CE0C7-867A-80BB-9E96-3008375B7E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854" b="83396"/>
          <a:stretch/>
        </p:blipFill>
        <p:spPr>
          <a:xfrm>
            <a:off x="0" y="12700"/>
            <a:ext cx="3797300" cy="1138720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736CB758-B1DB-F2E0-00E7-BF5660C5F2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3598" b="49858"/>
          <a:stretch/>
        </p:blipFill>
        <p:spPr>
          <a:xfrm>
            <a:off x="0" y="9452"/>
            <a:ext cx="1517954" cy="114624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024" y="841248"/>
            <a:ext cx="6556248" cy="557784"/>
          </a:xfrm>
        </p:spPr>
        <p:txBody>
          <a:bodyPr rtlCol="0" anchor="t"/>
          <a:lstStyle>
            <a:lvl1pPr>
              <a:defRPr sz="2000" cap="all" spc="300" baseline="0"/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4" name="Marcador de posición de imagen 15">
            <a:extLst>
              <a:ext uri="{FF2B5EF4-FFF2-40B4-BE49-F238E27FC236}">
                <a16:creationId xmlns:a16="http://schemas.microsoft.com/office/drawing/2014/main" id="{A780F1E2-F795-D408-7361-9B32EA12F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836676"/>
            <a:ext cx="3785616" cy="5184648"/>
          </a:xfrm>
          <a:solidFill>
            <a:schemeClr val="accent6">
              <a:lumMod val="75000"/>
            </a:schemeClr>
          </a:solidFill>
        </p:spPr>
        <p:txBody>
          <a:bodyPr rtlCol="0"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16" name="Marcador de contenido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64023" y="1536827"/>
            <a:ext cx="6556247" cy="4479925"/>
          </a:xfrm>
        </p:spPr>
        <p:txBody>
          <a:bodyPr rtlCol="0"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3" name="Marcador de posición de pie de página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es" noProof="0"/>
              <a:t>TÍTULO DEL PIE DE PÁGINA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05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áfico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áfico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áfico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rtlCol="0" anchor="t"/>
          <a:lstStyle>
            <a:lvl1pPr>
              <a:defRPr sz="2000" cap="all" spc="300" baseline="0"/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6" name="Marcador de contenido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 rtlCol="0"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9" name="Marcador de contenido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 rtlCol="0"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3" name="Marcador de posición de pie de página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es" noProof="0"/>
              <a:t>TÍTULO DEL PIE DE PÁGINA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74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áfico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áfico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rtlCol="0" anchor="t"/>
          <a:lstStyle>
            <a:lvl1pPr>
              <a:defRPr sz="2000" cap="all" spc="300" baseline="0"/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6" name="Marcador de contenido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 rtlCol="0">
            <a:normAutofit/>
          </a:bodyPr>
          <a:lstStyle>
            <a:lvl1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9" name="Marcador de contenido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7448" y="1536827"/>
            <a:ext cx="6592824" cy="4480560"/>
          </a:xfrm>
        </p:spPr>
        <p:txBody>
          <a:bodyPr rtlCol="0"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3" name="Marcador de posición de pie de página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es" noProof="0"/>
              <a:t>TÍTULO DEL PIE DE PÁGINA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‹Nº›</a:t>
            </a:fld>
            <a:endParaRPr lang="en-US" dirty="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3FD831DA-EDBD-A492-3E6D-6ABBF4438F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 b="83148"/>
          <a:stretch/>
        </p:blipFill>
        <p:spPr>
          <a:xfrm>
            <a:off x="10687350" y="12700"/>
            <a:ext cx="1504649" cy="1155700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00071AEB-E268-A464-7197-69FA762C3C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444"/>
          <a:stretch/>
        </p:blipFill>
        <p:spPr>
          <a:xfrm>
            <a:off x="10687351" y="9452"/>
            <a:ext cx="1504649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87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EC5788EE-4EDA-20FA-8EB9-2F0639E8A2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9D053CA0-7A9F-FC49-AD3F-F3280344D76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áfico 9">
            <a:extLst>
              <a:ext uri="{FF2B5EF4-FFF2-40B4-BE49-F238E27FC236}">
                <a16:creationId xmlns:a16="http://schemas.microsoft.com/office/drawing/2014/main" id="{767F6939-7B7E-F49F-8219-DC8CDAC85D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1" name="Gráfico 10">
            <a:extLst>
              <a:ext uri="{FF2B5EF4-FFF2-40B4-BE49-F238E27FC236}">
                <a16:creationId xmlns:a16="http://schemas.microsoft.com/office/drawing/2014/main" id="{FACCA700-291A-CD50-0CF3-749300C8D7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0EFADD4D-8EF2-3DF8-F5F4-9459752D54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B5B36F67-81DA-36AC-5D17-0172FF5A70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rtlCol="0" anchor="t"/>
          <a:lstStyle>
            <a:lvl1pPr>
              <a:defRPr sz="2000" cap="all" spc="300" baseline="0"/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9" name="Marcador de contenido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1248" y="1527048"/>
            <a:ext cx="10479024" cy="4498848"/>
          </a:xfrm>
        </p:spPr>
        <p:txBody>
          <a:bodyPr rtlCol="0"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3" name="Marcador de posición de pie de página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es" noProof="0"/>
              <a:t>TÍTULO DEL PIE DE PÁGINA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to de sección con imagen 03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Marcador de posición de imagen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2952" y="0"/>
            <a:ext cx="6099048" cy="6876288"/>
          </a:xfrm>
          <a:solidFill>
            <a:schemeClr val="accent6">
              <a:lumMod val="75000"/>
            </a:schemeClr>
          </a:solidFill>
        </p:spPr>
        <p:txBody>
          <a:bodyPr rtlCol="0"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124" name="Título 123">
            <a:extLst>
              <a:ext uri="{FF2B5EF4-FFF2-40B4-BE49-F238E27FC236}">
                <a16:creationId xmlns:a16="http://schemas.microsoft.com/office/drawing/2014/main" id="{5EF8E4BF-2FB4-FFDD-E565-805C4762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4" y="832104"/>
            <a:ext cx="6099048" cy="5219236"/>
          </a:xfrm>
        </p:spPr>
        <p:txBody>
          <a:bodyPr rtlCol="0"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23" name="Marcador de posición de texto 122">
            <a:extLst>
              <a:ext uri="{FF2B5EF4-FFF2-40B4-BE49-F238E27FC236}">
                <a16:creationId xmlns:a16="http://schemas.microsoft.com/office/drawing/2014/main" id="{25C59923-6546-AB3B-534C-22113CD9D67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1353" y="-1"/>
            <a:ext cx="3790650" cy="1155691"/>
          </a:xfrm>
          <a:custGeom>
            <a:avLst/>
            <a:gdLst>
              <a:gd name="connsiteX0" fmla="*/ 2293575 w 3790650"/>
              <a:gd name="connsiteY0" fmla="*/ 0 h 1155691"/>
              <a:gd name="connsiteX1" fmla="*/ 3790650 w 3790650"/>
              <a:gd name="connsiteY1" fmla="*/ 0 h 1155691"/>
              <a:gd name="connsiteX2" fmla="*/ 3790650 w 3790650"/>
              <a:gd name="connsiteY2" fmla="*/ 1098632 h 1155691"/>
              <a:gd name="connsiteX3" fmla="*/ 3775153 w 3790650"/>
              <a:gd name="connsiteY3" fmla="*/ 1104304 h 1155691"/>
              <a:gd name="connsiteX4" fmla="*/ 3435268 w 3790650"/>
              <a:gd name="connsiteY4" fmla="*/ 1155691 h 1155691"/>
              <a:gd name="connsiteX5" fmla="*/ 2292295 w 3790650"/>
              <a:gd name="connsiteY5" fmla="*/ 12701 h 1155691"/>
              <a:gd name="connsiteX6" fmla="*/ 1280 w 3790650"/>
              <a:gd name="connsiteY6" fmla="*/ 0 h 1155691"/>
              <a:gd name="connsiteX7" fmla="*/ 2284665 w 3790650"/>
              <a:gd name="connsiteY7" fmla="*/ 0 h 1155691"/>
              <a:gd name="connsiteX8" fmla="*/ 2285945 w 3790650"/>
              <a:gd name="connsiteY8" fmla="*/ 12701 h 1155691"/>
              <a:gd name="connsiteX9" fmla="*/ 1142973 w 3790650"/>
              <a:gd name="connsiteY9" fmla="*/ 1155691 h 1155691"/>
              <a:gd name="connsiteX10" fmla="*/ 0 w 3790650"/>
              <a:gd name="connsiteY10" fmla="*/ 12701 h 1155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90650" h="1155691">
                <a:moveTo>
                  <a:pt x="2293575" y="0"/>
                </a:moveTo>
                <a:lnTo>
                  <a:pt x="3790650" y="0"/>
                </a:lnTo>
                <a:lnTo>
                  <a:pt x="3790650" y="1098632"/>
                </a:lnTo>
                <a:lnTo>
                  <a:pt x="3775153" y="1104304"/>
                </a:lnTo>
                <a:cubicBezTo>
                  <a:pt x="3667783" y="1137700"/>
                  <a:pt x="3553627" y="1155691"/>
                  <a:pt x="3435268" y="1155691"/>
                </a:cubicBezTo>
                <a:cubicBezTo>
                  <a:pt x="2804021" y="1155691"/>
                  <a:pt x="2292295" y="643957"/>
                  <a:pt x="2292295" y="12701"/>
                </a:cubicBezTo>
                <a:close/>
                <a:moveTo>
                  <a:pt x="1280" y="0"/>
                </a:moveTo>
                <a:lnTo>
                  <a:pt x="2284665" y="0"/>
                </a:lnTo>
                <a:lnTo>
                  <a:pt x="2285945" y="12701"/>
                </a:lnTo>
                <a:cubicBezTo>
                  <a:pt x="2285945" y="643957"/>
                  <a:pt x="1774219" y="1155691"/>
                  <a:pt x="1142973" y="1155691"/>
                </a:cubicBezTo>
                <a:cubicBezTo>
                  <a:pt x="511726" y="1155691"/>
                  <a:pt x="0" y="643957"/>
                  <a:pt x="0" y="12701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 rtlCol="0">
            <a:noAutofit/>
          </a:bodyPr>
          <a:lstStyle>
            <a:lvl1pPr>
              <a:defRPr>
                <a:noFill/>
              </a:defRPr>
            </a:lvl1pPr>
          </a:lstStyle>
          <a:p>
            <a:pPr lvl="0" rtl="0"/>
            <a:r>
              <a:rPr lang="es-ES"/>
              <a:t>Haga clic para modificar los estilos de texto del patrón</a:t>
            </a:r>
          </a:p>
        </p:txBody>
      </p:sp>
      <p:sp>
        <p:nvSpPr>
          <p:cNvPr id="48" name="Marcador de posición de texto 47">
            <a:extLst>
              <a:ext uri="{FF2B5EF4-FFF2-40B4-BE49-F238E27FC236}">
                <a16:creationId xmlns:a16="http://schemas.microsoft.com/office/drawing/2014/main" id="{880C9A0C-95B8-C535-9B78-63FDB782BE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3" y="5727700"/>
            <a:ext cx="12192003" cy="1130300"/>
          </a:xfrm>
          <a:custGeom>
            <a:avLst/>
            <a:gdLst>
              <a:gd name="connsiteX0" fmla="*/ 11823828 w 12192003"/>
              <a:gd name="connsiteY0" fmla="*/ 0 h 1130300"/>
              <a:gd name="connsiteX1" fmla="*/ 12163721 w 12192003"/>
              <a:gd name="connsiteY1" fmla="*/ 51387 h 1130300"/>
              <a:gd name="connsiteX2" fmla="*/ 12192003 w 12192003"/>
              <a:gd name="connsiteY2" fmla="*/ 61738 h 1130300"/>
              <a:gd name="connsiteX3" fmla="*/ 12192003 w 12192003"/>
              <a:gd name="connsiteY3" fmla="*/ 1130300 h 1130300"/>
              <a:gd name="connsiteX4" fmla="*/ 10681469 w 12192003"/>
              <a:gd name="connsiteY4" fmla="*/ 1130300 h 1130300"/>
              <a:gd name="connsiteX5" fmla="*/ 10686729 w 12192003"/>
              <a:gd name="connsiteY5" fmla="*/ 1026126 h 1130300"/>
              <a:gd name="connsiteX6" fmla="*/ 11823828 w 12192003"/>
              <a:gd name="connsiteY6" fmla="*/ 0 h 1130300"/>
              <a:gd name="connsiteX7" fmla="*/ 9531478 w 12192003"/>
              <a:gd name="connsiteY7" fmla="*/ 0 h 1130300"/>
              <a:gd name="connsiteX8" fmla="*/ 10668577 w 12192003"/>
              <a:gd name="connsiteY8" fmla="*/ 1026126 h 1130300"/>
              <a:gd name="connsiteX9" fmla="*/ 10673837 w 12192003"/>
              <a:gd name="connsiteY9" fmla="*/ 1130300 h 1130300"/>
              <a:gd name="connsiteX10" fmla="*/ 8389119 w 12192003"/>
              <a:gd name="connsiteY10" fmla="*/ 1130300 h 1130300"/>
              <a:gd name="connsiteX11" fmla="*/ 8394379 w 12192003"/>
              <a:gd name="connsiteY11" fmla="*/ 1026126 h 1130300"/>
              <a:gd name="connsiteX12" fmla="*/ 9531478 w 12192003"/>
              <a:gd name="connsiteY12" fmla="*/ 0 h 1130300"/>
              <a:gd name="connsiteX13" fmla="*/ 7239129 w 12192003"/>
              <a:gd name="connsiteY13" fmla="*/ 0 h 1130300"/>
              <a:gd name="connsiteX14" fmla="*/ 8376227 w 12192003"/>
              <a:gd name="connsiteY14" fmla="*/ 1026126 h 1130300"/>
              <a:gd name="connsiteX15" fmla="*/ 8381487 w 12192003"/>
              <a:gd name="connsiteY15" fmla="*/ 1130300 h 1130300"/>
              <a:gd name="connsiteX16" fmla="*/ 6096769 w 12192003"/>
              <a:gd name="connsiteY16" fmla="*/ 1130300 h 1130300"/>
              <a:gd name="connsiteX17" fmla="*/ 6102029 w 12192003"/>
              <a:gd name="connsiteY17" fmla="*/ 1026126 h 1130300"/>
              <a:gd name="connsiteX18" fmla="*/ 7239129 w 12192003"/>
              <a:gd name="connsiteY18" fmla="*/ 0 h 1130300"/>
              <a:gd name="connsiteX19" fmla="*/ 4946780 w 12192003"/>
              <a:gd name="connsiteY19" fmla="*/ 0 h 1130300"/>
              <a:gd name="connsiteX20" fmla="*/ 6083878 w 12192003"/>
              <a:gd name="connsiteY20" fmla="*/ 1026126 h 1130300"/>
              <a:gd name="connsiteX21" fmla="*/ 6089139 w 12192003"/>
              <a:gd name="connsiteY21" fmla="*/ 1130300 h 1130300"/>
              <a:gd name="connsiteX22" fmla="*/ 3804423 w 12192003"/>
              <a:gd name="connsiteY22" fmla="*/ 1130300 h 1130300"/>
              <a:gd name="connsiteX23" fmla="*/ 3809684 w 12192003"/>
              <a:gd name="connsiteY23" fmla="*/ 1026126 h 1130300"/>
              <a:gd name="connsiteX24" fmla="*/ 4946780 w 12192003"/>
              <a:gd name="connsiteY24" fmla="*/ 0 h 1130300"/>
              <a:gd name="connsiteX25" fmla="*/ 2654431 w 12192003"/>
              <a:gd name="connsiteY25" fmla="*/ 0 h 1130300"/>
              <a:gd name="connsiteX26" fmla="*/ 3791530 w 12192003"/>
              <a:gd name="connsiteY26" fmla="*/ 1026126 h 1130300"/>
              <a:gd name="connsiteX27" fmla="*/ 3796791 w 12192003"/>
              <a:gd name="connsiteY27" fmla="*/ 1130300 h 1130300"/>
              <a:gd name="connsiteX28" fmla="*/ 1512072 w 12192003"/>
              <a:gd name="connsiteY28" fmla="*/ 1130300 h 1130300"/>
              <a:gd name="connsiteX29" fmla="*/ 1517332 w 12192003"/>
              <a:gd name="connsiteY29" fmla="*/ 1026126 h 1130300"/>
              <a:gd name="connsiteX30" fmla="*/ 2654431 w 12192003"/>
              <a:gd name="connsiteY30" fmla="*/ 0 h 1130300"/>
              <a:gd name="connsiteX31" fmla="*/ 362080 w 12192003"/>
              <a:gd name="connsiteY31" fmla="*/ 0 h 1130300"/>
              <a:gd name="connsiteX32" fmla="*/ 1499179 w 12192003"/>
              <a:gd name="connsiteY32" fmla="*/ 1026126 h 1130300"/>
              <a:gd name="connsiteX33" fmla="*/ 1504439 w 12192003"/>
              <a:gd name="connsiteY33" fmla="*/ 1130300 h 1130300"/>
              <a:gd name="connsiteX34" fmla="*/ 0 w 12192003"/>
              <a:gd name="connsiteY34" fmla="*/ 1130300 h 1130300"/>
              <a:gd name="connsiteX35" fmla="*/ 0 w 12192003"/>
              <a:gd name="connsiteY35" fmla="*/ 59507 h 1130300"/>
              <a:gd name="connsiteX36" fmla="*/ 22187 w 12192003"/>
              <a:gd name="connsiteY36" fmla="*/ 51387 h 1130300"/>
              <a:gd name="connsiteX37" fmla="*/ 362080 w 12192003"/>
              <a:gd name="connsiteY37" fmla="*/ 0 h 113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192003" h="1130300">
                <a:moveTo>
                  <a:pt x="11823828" y="0"/>
                </a:moveTo>
                <a:cubicBezTo>
                  <a:pt x="11942189" y="0"/>
                  <a:pt x="12056349" y="17991"/>
                  <a:pt x="12163721" y="51387"/>
                </a:cubicBezTo>
                <a:lnTo>
                  <a:pt x="12192003" y="61738"/>
                </a:lnTo>
                <a:lnTo>
                  <a:pt x="12192003" y="1130300"/>
                </a:lnTo>
                <a:lnTo>
                  <a:pt x="10681469" y="1130300"/>
                </a:lnTo>
                <a:lnTo>
                  <a:pt x="10686729" y="1026126"/>
                </a:lnTo>
                <a:cubicBezTo>
                  <a:pt x="10745262" y="449767"/>
                  <a:pt x="11232021" y="0"/>
                  <a:pt x="11823828" y="0"/>
                </a:cubicBezTo>
                <a:close/>
                <a:moveTo>
                  <a:pt x="9531478" y="0"/>
                </a:moveTo>
                <a:cubicBezTo>
                  <a:pt x="10123285" y="0"/>
                  <a:pt x="10610044" y="449767"/>
                  <a:pt x="10668577" y="1026126"/>
                </a:cubicBezTo>
                <a:lnTo>
                  <a:pt x="10673837" y="1130300"/>
                </a:lnTo>
                <a:lnTo>
                  <a:pt x="8389119" y="1130300"/>
                </a:lnTo>
                <a:lnTo>
                  <a:pt x="8394379" y="1026126"/>
                </a:lnTo>
                <a:cubicBezTo>
                  <a:pt x="8452912" y="449767"/>
                  <a:pt x="8939671" y="0"/>
                  <a:pt x="9531478" y="0"/>
                </a:cubicBezTo>
                <a:close/>
                <a:moveTo>
                  <a:pt x="7239129" y="0"/>
                </a:moveTo>
                <a:cubicBezTo>
                  <a:pt x="7830936" y="0"/>
                  <a:pt x="8317694" y="449767"/>
                  <a:pt x="8376227" y="1026126"/>
                </a:cubicBezTo>
                <a:lnTo>
                  <a:pt x="8381487" y="1130300"/>
                </a:lnTo>
                <a:lnTo>
                  <a:pt x="6096769" y="1130300"/>
                </a:lnTo>
                <a:lnTo>
                  <a:pt x="6102029" y="1026126"/>
                </a:lnTo>
                <a:cubicBezTo>
                  <a:pt x="6160563" y="449767"/>
                  <a:pt x="6647322" y="0"/>
                  <a:pt x="7239129" y="0"/>
                </a:cubicBezTo>
                <a:close/>
                <a:moveTo>
                  <a:pt x="4946780" y="0"/>
                </a:moveTo>
                <a:cubicBezTo>
                  <a:pt x="5538587" y="0"/>
                  <a:pt x="6025345" y="449767"/>
                  <a:pt x="6083878" y="1026126"/>
                </a:cubicBezTo>
                <a:lnTo>
                  <a:pt x="6089139" y="1130300"/>
                </a:lnTo>
                <a:lnTo>
                  <a:pt x="3804423" y="1130300"/>
                </a:lnTo>
                <a:lnTo>
                  <a:pt x="3809684" y="1026126"/>
                </a:lnTo>
                <a:cubicBezTo>
                  <a:pt x="3868216" y="449767"/>
                  <a:pt x="4354972" y="0"/>
                  <a:pt x="4946780" y="0"/>
                </a:cubicBezTo>
                <a:close/>
                <a:moveTo>
                  <a:pt x="2654431" y="0"/>
                </a:moveTo>
                <a:cubicBezTo>
                  <a:pt x="3246238" y="0"/>
                  <a:pt x="3732997" y="449767"/>
                  <a:pt x="3791530" y="1026126"/>
                </a:cubicBezTo>
                <a:lnTo>
                  <a:pt x="3796791" y="1130300"/>
                </a:lnTo>
                <a:lnTo>
                  <a:pt x="1512072" y="1130300"/>
                </a:lnTo>
                <a:lnTo>
                  <a:pt x="1517332" y="1026126"/>
                </a:lnTo>
                <a:cubicBezTo>
                  <a:pt x="1575865" y="449767"/>
                  <a:pt x="2062624" y="0"/>
                  <a:pt x="2654431" y="0"/>
                </a:cubicBezTo>
                <a:close/>
                <a:moveTo>
                  <a:pt x="362080" y="0"/>
                </a:moveTo>
                <a:cubicBezTo>
                  <a:pt x="953887" y="0"/>
                  <a:pt x="1440646" y="449767"/>
                  <a:pt x="1499179" y="1026126"/>
                </a:cubicBezTo>
                <a:lnTo>
                  <a:pt x="1504439" y="1130300"/>
                </a:lnTo>
                <a:lnTo>
                  <a:pt x="0" y="1130300"/>
                </a:lnTo>
                <a:lnTo>
                  <a:pt x="0" y="59507"/>
                </a:lnTo>
                <a:lnTo>
                  <a:pt x="22187" y="51387"/>
                </a:lnTo>
                <a:cubicBezTo>
                  <a:pt x="129559" y="17991"/>
                  <a:pt x="243719" y="0"/>
                  <a:pt x="362080" y="0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 rtlCol="0">
            <a:noAutofit/>
          </a:bodyPr>
          <a:lstStyle>
            <a:lvl1pPr>
              <a:defRPr>
                <a:noFill/>
              </a:defRPr>
            </a:lvl1pPr>
          </a:lstStyle>
          <a:p>
            <a:pPr lvl="0" rtl="0"/>
            <a:r>
              <a:rPr lang="es-ES"/>
              <a:t>Haga clic para modificar los estilos de texto del patrón</a:t>
            </a:r>
          </a:p>
        </p:txBody>
      </p:sp>
      <p:sp>
        <p:nvSpPr>
          <p:cNvPr id="62" name="Marcador de posición de texto 61">
            <a:extLst>
              <a:ext uri="{FF2B5EF4-FFF2-40B4-BE49-F238E27FC236}">
                <a16:creationId xmlns:a16="http://schemas.microsoft.com/office/drawing/2014/main" id="{70972619-C968-1257-58C9-0DC6616429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5724189"/>
            <a:ext cx="1503729" cy="1133811"/>
          </a:xfrm>
          <a:custGeom>
            <a:avLst/>
            <a:gdLst>
              <a:gd name="connsiteX0" fmla="*/ 367995 w 1503729"/>
              <a:gd name="connsiteY0" fmla="*/ 19 h 1133811"/>
              <a:gd name="connsiteX1" fmla="*/ 1481576 w 1503729"/>
              <a:gd name="connsiteY1" fmla="*/ 913359 h 1133811"/>
              <a:gd name="connsiteX2" fmla="*/ 1503729 w 1503729"/>
              <a:gd name="connsiteY2" fmla="*/ 1133811 h 1133811"/>
              <a:gd name="connsiteX3" fmla="*/ 1371482 w 1503729"/>
              <a:gd name="connsiteY3" fmla="*/ 1133811 h 1133811"/>
              <a:gd name="connsiteX4" fmla="*/ 1275407 w 1503729"/>
              <a:gd name="connsiteY4" fmla="*/ 1118667 h 1133811"/>
              <a:gd name="connsiteX5" fmla="*/ 367995 w 1503729"/>
              <a:gd name="connsiteY5" fmla="*/ 19 h 1133811"/>
              <a:gd name="connsiteX6" fmla="*/ 367996 w 1503729"/>
              <a:gd name="connsiteY6" fmla="*/ 0 h 1133811"/>
              <a:gd name="connsiteX7" fmla="*/ 33218 w 1503729"/>
              <a:gd name="connsiteY7" fmla="*/ 808204 h 1133811"/>
              <a:gd name="connsiteX8" fmla="*/ 0 w 1503729"/>
              <a:gd name="connsiteY8" fmla="*/ 838393 h 1133811"/>
              <a:gd name="connsiteX9" fmla="*/ 0 w 1503729"/>
              <a:gd name="connsiteY9" fmla="*/ 61671 h 1133811"/>
              <a:gd name="connsiteX10" fmla="*/ 28102 w 1503729"/>
              <a:gd name="connsiteY10" fmla="*/ 51386 h 1133811"/>
              <a:gd name="connsiteX11" fmla="*/ 367996 w 1503729"/>
              <a:gd name="connsiteY11" fmla="*/ 0 h 1133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03729" h="1133811">
                <a:moveTo>
                  <a:pt x="367995" y="19"/>
                </a:moveTo>
                <a:cubicBezTo>
                  <a:pt x="917788" y="3008"/>
                  <a:pt x="1375686" y="394157"/>
                  <a:pt x="1481576" y="913359"/>
                </a:cubicBezTo>
                <a:lnTo>
                  <a:pt x="1503729" y="1133811"/>
                </a:lnTo>
                <a:lnTo>
                  <a:pt x="1371482" y="1133811"/>
                </a:lnTo>
                <a:lnTo>
                  <a:pt x="1275407" y="1118667"/>
                </a:lnTo>
                <a:cubicBezTo>
                  <a:pt x="757177" y="1010082"/>
                  <a:pt x="368000" y="550498"/>
                  <a:pt x="367995" y="19"/>
                </a:cubicBezTo>
                <a:close/>
                <a:moveTo>
                  <a:pt x="367996" y="0"/>
                </a:moveTo>
                <a:cubicBezTo>
                  <a:pt x="367996" y="315623"/>
                  <a:pt x="240061" y="601366"/>
                  <a:pt x="33218" y="808204"/>
                </a:cubicBezTo>
                <a:lnTo>
                  <a:pt x="0" y="838393"/>
                </a:lnTo>
                <a:lnTo>
                  <a:pt x="0" y="61671"/>
                </a:lnTo>
                <a:lnTo>
                  <a:pt x="28102" y="51386"/>
                </a:lnTo>
                <a:cubicBezTo>
                  <a:pt x="135475" y="17991"/>
                  <a:pt x="249634" y="0"/>
                  <a:pt x="367996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 rtlCol="0">
            <a:noAutofit/>
          </a:bodyPr>
          <a:lstStyle>
            <a:lvl1pPr>
              <a:defRPr>
                <a:noFill/>
              </a:defRPr>
            </a:lvl1pPr>
          </a:lstStyle>
          <a:p>
            <a:pPr lvl="0" rtl="0"/>
            <a:r>
              <a:rPr lang="es-ES"/>
              <a:t>Haga clic para modificar los estilos de texto del patrón</a:t>
            </a:r>
          </a:p>
        </p:txBody>
      </p:sp>
      <p:sp>
        <p:nvSpPr>
          <p:cNvPr id="93" name="Marcador de posición de texto 92">
            <a:extLst>
              <a:ext uri="{FF2B5EF4-FFF2-40B4-BE49-F238E27FC236}">
                <a16:creationId xmlns:a16="http://schemas.microsoft.com/office/drawing/2014/main" id="{0A4A3873-48BC-94DF-6006-FC7F81660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01353" y="0"/>
            <a:ext cx="3790647" cy="1143002"/>
          </a:xfrm>
          <a:custGeom>
            <a:avLst/>
            <a:gdLst>
              <a:gd name="connsiteX0" fmla="*/ 3790647 w 3790647"/>
              <a:gd name="connsiteY0" fmla="*/ 304585 h 1143002"/>
              <a:gd name="connsiteX1" fmla="*/ 3790647 w 3790647"/>
              <a:gd name="connsiteY1" fmla="*/ 1081329 h 1143002"/>
              <a:gd name="connsiteX2" fmla="*/ 3762543 w 3790647"/>
              <a:gd name="connsiteY2" fmla="*/ 1091615 h 1143002"/>
              <a:gd name="connsiteX3" fmla="*/ 3422649 w 3790647"/>
              <a:gd name="connsiteY3" fmla="*/ 1143002 h 1143002"/>
              <a:gd name="connsiteX4" fmla="*/ 3757427 w 3790647"/>
              <a:gd name="connsiteY4" fmla="*/ 334777 h 1143002"/>
              <a:gd name="connsiteX5" fmla="*/ 2285997 w 3790647"/>
              <a:gd name="connsiteY5" fmla="*/ 17 h 1143002"/>
              <a:gd name="connsiteX6" fmla="*/ 3422650 w 3790647"/>
              <a:gd name="connsiteY6" fmla="*/ 1142983 h 1143002"/>
              <a:gd name="connsiteX7" fmla="*/ 2285997 w 3790647"/>
              <a:gd name="connsiteY7" fmla="*/ 17 h 1143002"/>
              <a:gd name="connsiteX8" fmla="*/ 0 w 3790647"/>
              <a:gd name="connsiteY8" fmla="*/ 17 h 1143002"/>
              <a:gd name="connsiteX9" fmla="*/ 1136650 w 3790647"/>
              <a:gd name="connsiteY9" fmla="*/ 1142983 h 1143002"/>
              <a:gd name="connsiteX10" fmla="*/ 0 w 3790647"/>
              <a:gd name="connsiteY10" fmla="*/ 17 h 1143002"/>
              <a:gd name="connsiteX11" fmla="*/ 2279650 w 3790647"/>
              <a:gd name="connsiteY11" fmla="*/ 0 h 1143002"/>
              <a:gd name="connsiteX12" fmla="*/ 1136650 w 3790647"/>
              <a:gd name="connsiteY12" fmla="*/ 1143002 h 1143002"/>
              <a:gd name="connsiteX13" fmla="*/ 2279650 w 3790647"/>
              <a:gd name="connsiteY13" fmla="*/ 0 h 1143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90647" h="1143002">
                <a:moveTo>
                  <a:pt x="3790647" y="304585"/>
                </a:moveTo>
                <a:lnTo>
                  <a:pt x="3790647" y="1081329"/>
                </a:lnTo>
                <a:lnTo>
                  <a:pt x="3762543" y="1091615"/>
                </a:lnTo>
                <a:cubicBezTo>
                  <a:pt x="3655170" y="1125011"/>
                  <a:pt x="3541011" y="1143002"/>
                  <a:pt x="3422649" y="1143002"/>
                </a:cubicBezTo>
                <a:cubicBezTo>
                  <a:pt x="3422649" y="827371"/>
                  <a:pt x="3550584" y="541620"/>
                  <a:pt x="3757427" y="334777"/>
                </a:cubicBezTo>
                <a:close/>
                <a:moveTo>
                  <a:pt x="2285997" y="17"/>
                </a:moveTo>
                <a:cubicBezTo>
                  <a:pt x="2914332" y="3435"/>
                  <a:pt x="3422644" y="513848"/>
                  <a:pt x="3422650" y="1142983"/>
                </a:cubicBezTo>
                <a:cubicBezTo>
                  <a:pt x="2794315" y="1139567"/>
                  <a:pt x="2286006" y="629153"/>
                  <a:pt x="2285997" y="17"/>
                </a:cubicBezTo>
                <a:close/>
                <a:moveTo>
                  <a:pt x="0" y="17"/>
                </a:moveTo>
                <a:cubicBezTo>
                  <a:pt x="628334" y="3435"/>
                  <a:pt x="1136644" y="513848"/>
                  <a:pt x="1136650" y="1142983"/>
                </a:cubicBezTo>
                <a:cubicBezTo>
                  <a:pt x="508316" y="1139567"/>
                  <a:pt x="9" y="629153"/>
                  <a:pt x="0" y="17"/>
                </a:cubicBezTo>
                <a:close/>
                <a:moveTo>
                  <a:pt x="2279650" y="0"/>
                </a:moveTo>
                <a:cubicBezTo>
                  <a:pt x="2279650" y="631263"/>
                  <a:pt x="1767910" y="1143002"/>
                  <a:pt x="1136650" y="1143002"/>
                </a:cubicBezTo>
                <a:cubicBezTo>
                  <a:pt x="1136650" y="511739"/>
                  <a:pt x="1648390" y="0"/>
                  <a:pt x="2279650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 rtlCol="0">
            <a:noAutofit/>
          </a:bodyPr>
          <a:lstStyle>
            <a:lvl1pPr>
              <a:defRPr>
                <a:noFill/>
              </a:defRPr>
            </a:lvl1pPr>
          </a:lstStyle>
          <a:p>
            <a:pPr lvl="0" rtl="0"/>
            <a:r>
              <a:rPr lang="es-ES"/>
              <a:t>Haga clic para modificar los estilos de texto del patrón</a:t>
            </a:r>
          </a:p>
        </p:txBody>
      </p:sp>
      <p:pic>
        <p:nvPicPr>
          <p:cNvPr id="120" name="Gráfico 119">
            <a:extLst>
              <a:ext uri="{FF2B5EF4-FFF2-40B4-BE49-F238E27FC236}">
                <a16:creationId xmlns:a16="http://schemas.microsoft.com/office/drawing/2014/main" id="{9C01A786-0C1A-6C4A-1466-1AE233D142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 b="83148"/>
          <a:stretch/>
        </p:blipFill>
        <p:spPr>
          <a:xfrm>
            <a:off x="8401354" y="12700"/>
            <a:ext cx="3790646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97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áfico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áfico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áfico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rtlCol="0" anchor="t"/>
          <a:lstStyle>
            <a:lvl1pPr>
              <a:defRPr sz="2000" cap="all" spc="300" baseline="0"/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6" name="Marcador de contenido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 rtlCol="0"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 b="1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9" name="Marcador de contenido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 rtlCol="0">
            <a:normAutofit/>
          </a:bodyPr>
          <a:lstStyle>
            <a:lvl1pPr marL="457200" indent="-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+mj-lt"/>
              <a:buAutoNum type="arabicPeriod"/>
              <a:defRPr sz="2000"/>
            </a:lvl1pPr>
            <a:lvl2pPr marL="914400" indent="-457200">
              <a:buSzPct val="100000"/>
              <a:buFont typeface="+mj-lt"/>
              <a:buAutoNum type="alphaLcPeriod"/>
              <a:defRPr sz="2000"/>
            </a:lvl2pPr>
            <a:lvl3pPr marL="1371600" indent="-457200">
              <a:buSzPct val="100000"/>
              <a:buFont typeface="+mj-lt"/>
              <a:buAutoNum type="romanLcPeriod"/>
              <a:defRPr sz="1800"/>
            </a:lvl3pPr>
            <a:lvl4pPr marL="1828800" indent="-457200">
              <a:buSzPct val="100000"/>
              <a:buFont typeface="+mj-lt"/>
              <a:buAutoNum type="arabicParenR"/>
              <a:defRPr sz="1800"/>
            </a:lvl4pPr>
            <a:lvl5pPr marL="2286000" indent="-457200">
              <a:buSzPct val="100000"/>
              <a:buFont typeface="+mj-lt"/>
              <a:buAutoNum type="alphaLcParenR"/>
              <a:defRPr sz="1600"/>
            </a:lvl5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"/>
          </a:p>
        </p:txBody>
      </p:sp>
      <p:sp>
        <p:nvSpPr>
          <p:cNvPr id="3" name="Marcador de posición de pie de página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es" noProof="0"/>
              <a:t>TÍTULO DEL PIE DE PÁGINA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07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áfico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ítulo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rtlCol="0"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 rtlCol="0"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título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 rtl="0"/>
            <a:r>
              <a:rPr lang="es" noProof="0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rtl="0"/>
            <a:r>
              <a:rPr lang="es" noProof="0"/>
              <a:t>Haga clic para modificar los estilos de texto del patrón</a:t>
            </a:r>
          </a:p>
          <a:p>
            <a:pPr lvl="1" rtl="0"/>
            <a:r>
              <a:rPr lang="es" noProof="0"/>
              <a:t>Segundo nivel</a:t>
            </a:r>
          </a:p>
          <a:p>
            <a:pPr lvl="2" rtl="0"/>
            <a:r>
              <a:rPr lang="es" noProof="0"/>
              <a:t>Tercer nivel</a:t>
            </a:r>
          </a:p>
          <a:p>
            <a:pPr lvl="3" rtl="0"/>
            <a:r>
              <a:rPr lang="es" noProof="0"/>
              <a:t>Cuarto nivel</a:t>
            </a:r>
          </a:p>
          <a:p>
            <a:pPr lvl="4" rtl="0"/>
            <a:r>
              <a:rPr lang="es" noProof="0"/>
              <a:t>Quinto nivel</a:t>
            </a:r>
          </a:p>
        </p:txBody>
      </p:sp>
      <p:sp>
        <p:nvSpPr>
          <p:cNvPr id="5" name="Marcador de posición de pie de página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" noProof="0"/>
              <a:t>TÍTULO DEL PIE DE PÁGINA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rtlCol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pPr rtl="0"/>
            <a:fld id="{B67B645E-C5E5-4727-B977-D372A0AA71D9}" type="slidenum">
              <a:rPr lang="en-US" smtClean="0"/>
              <a:pPr rtl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hyperlink" Target="mailto:empresa@gmail.com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6" Type="http://schemas.openxmlformats.org/officeDocument/2006/relationships/hyperlink" Target="mailto:cliente@gmail.com" TargetMode="Externa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ythamiPV/Reserly" TargetMode="External"/><Relationship Id="rId2" Type="http://schemas.openxmlformats.org/officeDocument/2006/relationships/hyperlink" Target="https://www.figma.com/design/M87p0PfJuhE1bq51WpVQs4/Reserly?node-id=0-1&amp;t=6vBebie4Pjv9fZOe-1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trello.com/invite/b/67a62f6bffa16fc46760a77b/ATTI9789d2d7db6ffa16c1a8e1291604a1999397688E/reserly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6135286"/>
            <a:ext cx="12192000" cy="557784"/>
          </a:xfrm>
        </p:spPr>
        <p:txBody>
          <a:bodyPr rtlCol="0"/>
          <a:lstStyle/>
          <a:p>
            <a:pPr rtl="0"/>
            <a:r>
              <a:rPr lang="es" sz="1800" dirty="0"/>
              <a:t>Francisco Malillos castellano,aythami pérez vega y nicolás ruiz barreto </a:t>
            </a:r>
            <a:br>
              <a:rPr lang="en-US" dirty="0"/>
            </a:b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0224ECE-AFA5-6302-E24D-CC9CB928B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159" y="535431"/>
            <a:ext cx="7685524" cy="4974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76923F-2B95-8D5A-8578-DBC0FC0D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rtlCol="0"/>
          <a:lstStyle/>
          <a:p>
            <a:pPr rtl="0"/>
            <a:r>
              <a:rPr lang="es" dirty="0"/>
              <a:t>INDICE</a:t>
            </a:r>
          </a:p>
        </p:txBody>
      </p:sp>
      <p:sp>
        <p:nvSpPr>
          <p:cNvPr id="5" name="Marcador de posición de texto 4">
            <a:extLst>
              <a:ext uri="{FF2B5EF4-FFF2-40B4-BE49-F238E27FC236}">
                <a16:creationId xmlns:a16="http://schemas.microsoft.com/office/drawing/2014/main" id="{DFFF7AA9-7C16-A939-67C8-DF700FEF7D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919952" cy="4479925"/>
          </a:xfrm>
        </p:spPr>
        <p:txBody>
          <a:bodyPr rtlCol="0"/>
          <a:lstStyle/>
          <a:p>
            <a:pPr rtl="0"/>
            <a:r>
              <a:rPr lang="es" dirty="0"/>
              <a:t>Evolución del diseño de las interfaces</a:t>
            </a:r>
          </a:p>
          <a:p>
            <a:pPr rtl="0"/>
            <a:r>
              <a:rPr lang="es" dirty="0"/>
              <a:t>Explicación de los cambios realizados a nivel de código</a:t>
            </a:r>
          </a:p>
          <a:p>
            <a:pPr rtl="0"/>
            <a:r>
              <a:rPr lang="es" dirty="0"/>
              <a:t>Formularios</a:t>
            </a:r>
          </a:p>
          <a:p>
            <a:pPr rtl="0"/>
            <a:r>
              <a:rPr lang="es" dirty="0"/>
              <a:t>JSON y carga de datos</a:t>
            </a:r>
          </a:p>
          <a:p>
            <a:pPr rtl="0"/>
            <a:r>
              <a:rPr lang="es" dirty="0"/>
              <a:t>Trello</a:t>
            </a:r>
          </a:p>
          <a:p>
            <a:pPr rtl="0"/>
            <a:r>
              <a:rPr lang="es" dirty="0"/>
              <a:t>Enlaces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58FEA6BC-F3A8-6DDC-F1F8-6348F54E8B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6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contenido 4">
            <a:extLst>
              <a:ext uri="{FF2B5EF4-FFF2-40B4-BE49-F238E27FC236}">
                <a16:creationId xmlns:a16="http://schemas.microsoft.com/office/drawing/2014/main" id="{45961E4D-DF15-4A07-6CD2-EBA4624C94BF}"/>
              </a:ext>
            </a:extLst>
          </p:cNvPr>
          <p:cNvSpPr txBox="1">
            <a:spLocks/>
          </p:cNvSpPr>
          <p:nvPr/>
        </p:nvSpPr>
        <p:spPr>
          <a:xfrm>
            <a:off x="556090" y="1070653"/>
            <a:ext cx="10351685" cy="4479925"/>
          </a:xfrm>
          <a:prstGeom prst="rect">
            <a:avLst/>
          </a:prstGeom>
        </p:spPr>
        <p:txBody>
          <a:bodyPr rtlCol="0"/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SzPct val="75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" dirty="0">
                <a:solidFill>
                  <a:schemeClr val="bg1"/>
                </a:solidFill>
              </a:rPr>
              <a:t>INDEX:</a:t>
            </a: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5548D133-7B32-2B41-8E32-F1E317AE5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488" y="791761"/>
            <a:ext cx="10479024" cy="557784"/>
          </a:xfrm>
        </p:spPr>
        <p:txBody>
          <a:bodyPr rtlCol="0"/>
          <a:lstStyle/>
          <a:p>
            <a:pPr algn="ctr" rtl="0"/>
            <a:r>
              <a:rPr lang="es-ES" dirty="0"/>
              <a:t>EVOLUCIÓN DE LAS INTERFACES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3162893-45D1-75DC-14CE-F14A9E4F8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159" y="1628437"/>
            <a:ext cx="2770987" cy="490636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4FFED96-3C2C-972E-60A1-64C1D0D9C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273" y="1468753"/>
            <a:ext cx="2019454" cy="506604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2104B1C-F12B-C40F-1F74-1994A437C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1582" y="1778683"/>
            <a:ext cx="3524328" cy="460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520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B8E92-F2D8-3CC4-CF20-917004357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contenido 4">
            <a:extLst>
              <a:ext uri="{FF2B5EF4-FFF2-40B4-BE49-F238E27FC236}">
                <a16:creationId xmlns:a16="http://schemas.microsoft.com/office/drawing/2014/main" id="{85C3C184-54E6-B930-CFC1-BC7BFE3646DD}"/>
              </a:ext>
            </a:extLst>
          </p:cNvPr>
          <p:cNvSpPr txBox="1">
            <a:spLocks/>
          </p:cNvSpPr>
          <p:nvPr/>
        </p:nvSpPr>
        <p:spPr>
          <a:xfrm>
            <a:off x="589957" y="945579"/>
            <a:ext cx="10351685" cy="4479925"/>
          </a:xfrm>
          <a:prstGeom prst="rect">
            <a:avLst/>
          </a:prstGeom>
        </p:spPr>
        <p:txBody>
          <a:bodyPr rtlCol="0"/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SzPct val="75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" dirty="0">
                <a:solidFill>
                  <a:schemeClr val="bg1"/>
                </a:solidFill>
              </a:rPr>
              <a:t>COMPANY MAIN:</a:t>
            </a: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AE5514BF-9D41-10AE-B573-FBF590660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488" y="791761"/>
            <a:ext cx="10479024" cy="557784"/>
          </a:xfrm>
        </p:spPr>
        <p:txBody>
          <a:bodyPr rtlCol="0"/>
          <a:lstStyle/>
          <a:p>
            <a:pPr algn="ctr" rtl="0"/>
            <a:r>
              <a:rPr lang="es-ES" dirty="0"/>
              <a:t>EVOLUCIÓN DE LAS INTERFACES</a:t>
            </a:r>
            <a:br>
              <a:rPr lang="en-US" dirty="0"/>
            </a:br>
            <a:endParaRPr lang="en-U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4CBEFAC-4D81-32A9-8443-F65E6BCAF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4780" y="1349545"/>
            <a:ext cx="1762439" cy="49512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440565B5-43BF-6B29-2688-AB7D7E171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847" y="2298498"/>
            <a:ext cx="4184263" cy="305338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696EE42-59CA-02B2-20CA-E5A19CB02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537" y="1746821"/>
            <a:ext cx="2652952" cy="416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012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8E6C7-DE71-C72B-DCE7-D5D0F306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contenido 4">
            <a:extLst>
              <a:ext uri="{FF2B5EF4-FFF2-40B4-BE49-F238E27FC236}">
                <a16:creationId xmlns:a16="http://schemas.microsoft.com/office/drawing/2014/main" id="{D7494586-FED8-FA27-243B-2242258BEA15}"/>
              </a:ext>
            </a:extLst>
          </p:cNvPr>
          <p:cNvSpPr txBox="1">
            <a:spLocks/>
          </p:cNvSpPr>
          <p:nvPr/>
        </p:nvSpPr>
        <p:spPr>
          <a:xfrm>
            <a:off x="589957" y="911713"/>
            <a:ext cx="10351685" cy="4479925"/>
          </a:xfrm>
          <a:prstGeom prst="rect">
            <a:avLst/>
          </a:prstGeom>
        </p:spPr>
        <p:txBody>
          <a:bodyPr rtlCol="0"/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SzPct val="75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" dirty="0">
                <a:solidFill>
                  <a:schemeClr val="bg1"/>
                </a:solidFill>
              </a:rPr>
              <a:t>CLIENT MAIN:</a:t>
            </a: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" dirty="0">
              <a:solidFill>
                <a:schemeClr val="bg1"/>
              </a:solidFill>
            </a:endParaRP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D7E2197E-023C-07C5-6C81-F0ABCFBA5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488" y="791761"/>
            <a:ext cx="10479024" cy="557784"/>
          </a:xfrm>
        </p:spPr>
        <p:txBody>
          <a:bodyPr rtlCol="0"/>
          <a:lstStyle/>
          <a:p>
            <a:pPr algn="ctr" rtl="0"/>
            <a:r>
              <a:rPr lang="es-ES" dirty="0"/>
              <a:t>EVOLUCIÓN DE LAS INTERFACES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41548B1-B72A-BBF2-9D55-80A34AE8D4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6133" y="2555220"/>
            <a:ext cx="4419600" cy="322418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B699AE8-0496-0CE8-5172-F50EEE2CA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112" y="1211946"/>
            <a:ext cx="3029373" cy="538237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F019D1B0-E3DB-E4D1-A4A2-0A6D3598CD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88" y="1741906"/>
            <a:ext cx="2521365" cy="447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897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048" y="562356"/>
            <a:ext cx="10479024" cy="557784"/>
          </a:xfrm>
        </p:spPr>
        <p:txBody>
          <a:bodyPr rtlCol="0"/>
          <a:lstStyle/>
          <a:p>
            <a:r>
              <a:rPr lang="es" dirty="0"/>
              <a:t>Explicación de los cambios realizados a nivel de código</a:t>
            </a:r>
            <a:br>
              <a:rPr lang="e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6</a:t>
            </a:fld>
            <a:endParaRPr lang="en-U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71EF4D5-4DE0-DF13-4E88-D5C55E4D8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48" y="1390580"/>
            <a:ext cx="2199664" cy="47244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B8B48C5-F150-BDAC-9685-55213B5E3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222" y="1689631"/>
            <a:ext cx="3019846" cy="4210638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7B902271-E774-6B42-DC28-E3FEBBB65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049" y="1647460"/>
            <a:ext cx="2032000" cy="421063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418918B-EE3F-21EC-EFBA-114FBE948C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030" y="1835937"/>
            <a:ext cx="2526169" cy="3833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12CB087B-CB5E-35C5-3AD8-D1A6E1AF8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526" y="429500"/>
            <a:ext cx="10479024" cy="557784"/>
          </a:xfrm>
        </p:spPr>
        <p:txBody>
          <a:bodyPr rtlCol="0"/>
          <a:lstStyle/>
          <a:p>
            <a:pPr algn="ctr" rtl="0"/>
            <a:r>
              <a:rPr lang="en-US" dirty="0" err="1"/>
              <a:t>Formularios</a:t>
            </a:r>
            <a:br>
              <a:rPr lang="en-US" dirty="0"/>
            </a:b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2457B0B-AC25-4C98-7C8A-B5A35E6B5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82" y="1357367"/>
            <a:ext cx="4563614" cy="365528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E6999E7-62C7-A95C-C6A4-DDAD7A7B1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320" y="1357367"/>
            <a:ext cx="3055223" cy="207163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B93DF30-C38D-4B4C-F020-DFC99515B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9321" y="3429000"/>
            <a:ext cx="3081221" cy="233565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E7066BF-D3CB-ED53-55AA-1E701B6FF7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2688" y="2048946"/>
            <a:ext cx="3108630" cy="2462630"/>
          </a:xfrm>
          <a:prstGeom prst="rect">
            <a:avLst/>
          </a:prstGeom>
        </p:spPr>
      </p:pic>
      <p:sp>
        <p:nvSpPr>
          <p:cNvPr id="2" name="Título 2">
            <a:extLst>
              <a:ext uri="{FF2B5EF4-FFF2-40B4-BE49-F238E27FC236}">
                <a16:creationId xmlns:a16="http://schemas.microsoft.com/office/drawing/2014/main" id="{B9278AD6-4753-69AD-C7D6-247F2FAC13C9}"/>
              </a:ext>
            </a:extLst>
          </p:cNvPr>
          <p:cNvSpPr txBox="1">
            <a:spLocks/>
          </p:cNvSpPr>
          <p:nvPr/>
        </p:nvSpPr>
        <p:spPr>
          <a:xfrm>
            <a:off x="0" y="5170776"/>
            <a:ext cx="2180187" cy="27889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ZA" sz="2000" b="1" kern="1200" cap="all" spc="300" baseline="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emails</a:t>
            </a:r>
            <a:br>
              <a:rPr lang="en-US" dirty="0"/>
            </a:br>
            <a:endParaRPr lang="en-U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2F0BC61-2E5B-76B5-9993-2557C62AFFF1}"/>
              </a:ext>
            </a:extLst>
          </p:cNvPr>
          <p:cNvSpPr txBox="1"/>
          <p:nvPr/>
        </p:nvSpPr>
        <p:spPr>
          <a:xfrm>
            <a:off x="502526" y="5551714"/>
            <a:ext cx="4361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cliente@gmail.com</a:t>
            </a:r>
            <a:r>
              <a:rPr lang="es-ES" dirty="0">
                <a:solidFill>
                  <a:schemeClr val="bg1"/>
                </a:solidFill>
              </a:rPr>
              <a:t>		1234</a:t>
            </a:r>
          </a:p>
          <a:p>
            <a:r>
              <a:rPr lang="es-ES" dirty="0">
                <a:solidFill>
                  <a:schemeClr val="bg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empresa@gmail.com</a:t>
            </a:r>
            <a:r>
              <a:rPr lang="es-ES" dirty="0">
                <a:solidFill>
                  <a:schemeClr val="bg1"/>
                </a:solidFill>
              </a:rPr>
              <a:t>		1234</a:t>
            </a:r>
          </a:p>
        </p:txBody>
      </p:sp>
      <p:sp>
        <p:nvSpPr>
          <p:cNvPr id="8" name="Título 2">
            <a:extLst>
              <a:ext uri="{FF2B5EF4-FFF2-40B4-BE49-F238E27FC236}">
                <a16:creationId xmlns:a16="http://schemas.microsoft.com/office/drawing/2014/main" id="{3410D479-46C6-101B-7FF6-87E7966BC74C}"/>
              </a:ext>
            </a:extLst>
          </p:cNvPr>
          <p:cNvSpPr txBox="1">
            <a:spLocks/>
          </p:cNvSpPr>
          <p:nvPr/>
        </p:nvSpPr>
        <p:spPr>
          <a:xfrm>
            <a:off x="3142200" y="5170776"/>
            <a:ext cx="2180187" cy="27889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ZA" sz="2000" b="1" kern="1200" cap="all" spc="300" baseline="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 err="1"/>
              <a:t>contraseña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180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9E68A-05B5-E58B-DE59-633AC752A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DF96471-FBC3-AD16-9F2C-5187BF31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526" y="429500"/>
            <a:ext cx="10479024" cy="557784"/>
          </a:xfrm>
        </p:spPr>
        <p:txBody>
          <a:bodyPr rtlCol="0"/>
          <a:lstStyle/>
          <a:p>
            <a:pPr algn="ctr" rtl="0"/>
            <a:r>
              <a:rPr lang="en-US" dirty="0" err="1"/>
              <a:t>Formularios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3065FA1-A86E-24A0-B6AC-B049CB4C0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370" y="868753"/>
            <a:ext cx="3933189" cy="512056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1A18CA4-ACF8-A75C-02BE-2EEC750EF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2" y="857606"/>
            <a:ext cx="1908148" cy="146991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811C827-7252-0F9A-6BBB-732BFBC9D8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8545" y="2495158"/>
            <a:ext cx="2921795" cy="220296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D8805035-E4F0-4DE6-677D-6EA7E23D08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8980" y="4698123"/>
            <a:ext cx="3506340" cy="1984118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D3F5E160-B6A6-E7C6-5A87-3FC14F5D84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5257" y="228805"/>
            <a:ext cx="2794217" cy="2098713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A8B41497-D258-2FEA-9EE5-8DB8117F83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5257" y="2327518"/>
            <a:ext cx="3123941" cy="1928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364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04D1FD-9CC8-4CB0-8247-CFAB90695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488" y="502582"/>
            <a:ext cx="10479024" cy="557784"/>
          </a:xfrm>
        </p:spPr>
        <p:txBody>
          <a:bodyPr rtlCol="0"/>
          <a:lstStyle/>
          <a:p>
            <a:pPr algn="ctr" rtl="0"/>
            <a:r>
              <a:rPr lang="es" dirty="0"/>
              <a:t>JSON Y CARGA DE DATOS</a:t>
            </a:r>
            <a:br>
              <a:rPr lang="en-US" dirty="0"/>
            </a:br>
            <a:endParaRPr lang="en-US" dirty="0"/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FE7814C5-5D60-0866-7B45-798BC7C8D1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9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B39949E-FCD2-CC87-13EC-03B077687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808" y="1319592"/>
            <a:ext cx="2328672" cy="198061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75D675F-6AC6-F2B0-6E2F-C8E766E10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490" y="3750975"/>
            <a:ext cx="3792430" cy="229554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0D6BFC6-9D55-FB9D-74C5-91BC8C1D5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2" y="960904"/>
            <a:ext cx="3489242" cy="259852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20B4F10-907B-96C9-A7B6-B52AD2F198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2" y="3750975"/>
            <a:ext cx="2997066" cy="2778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73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B466F-078A-B42C-34F8-64E4A806E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A80E9318-3588-F75E-F21D-6A2C38C2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526" y="429500"/>
            <a:ext cx="10479024" cy="557784"/>
          </a:xfrm>
        </p:spPr>
        <p:txBody>
          <a:bodyPr rtlCol="0"/>
          <a:lstStyle/>
          <a:p>
            <a:pPr algn="ctr" rtl="0"/>
            <a:r>
              <a:rPr lang="en-US" dirty="0"/>
              <a:t>TRELLO</a:t>
            </a:r>
            <a:br>
              <a:rPr lang="en-US" dirty="0"/>
            </a:b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AA89C28-25EE-631D-5FE4-CC419B4A6C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89" y="1337784"/>
            <a:ext cx="2208714" cy="509071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8AFF6C0-D34B-76AC-742D-890ED2C9A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635" y="2043914"/>
            <a:ext cx="2543530" cy="347711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DDCAD93-D23A-F7D2-FD2E-8F6923D16F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069" y="1136438"/>
            <a:ext cx="2149900" cy="5292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758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8B20A-89F5-0E83-2FBB-597A9E581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544" y="548372"/>
            <a:ext cx="10479024" cy="557784"/>
          </a:xfrm>
        </p:spPr>
        <p:txBody>
          <a:bodyPr rtlCol="0"/>
          <a:lstStyle/>
          <a:p>
            <a:pPr algn="ctr" rtl="0"/>
            <a:r>
              <a:rPr lang="es" dirty="0"/>
              <a:t>enlaces</a:t>
            </a:r>
            <a:br>
              <a:rPr lang="en-US" dirty="0"/>
            </a:br>
            <a:endParaRPr lang="en-US" dirty="0"/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A26A441D-413E-D018-529D-98666ABE6AA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8912" y="1454191"/>
            <a:ext cx="10479024" cy="4480560"/>
          </a:xfrm>
        </p:spPr>
        <p:txBody>
          <a:bodyPr rtlCol="0"/>
          <a:lstStyle/>
          <a:p>
            <a:pPr>
              <a:buFont typeface="Arial" panose="020B0604020202020204" pitchFamily="34" charset="0"/>
              <a:buChar char="•"/>
            </a:pPr>
            <a:r>
              <a:rPr lang="es" dirty="0"/>
              <a:t>Enlace a Figma (Mockups):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b="0" i="0" u="sng" dirty="0">
                <a:effectLst/>
                <a:latin typeface="-apple-system"/>
                <a:hlinkClick r:id="rId2"/>
              </a:rPr>
              <a:t>https://www.figma.com/design/M87p0PfJuhE1bq51WpVQs4/Reserly?node-id=0-1&amp;t=6vBebie4Pjv9fZOe-1</a:t>
            </a:r>
            <a:endParaRPr lang="es-ES" b="0" i="0" u="sng" dirty="0">
              <a:effectLst/>
              <a:latin typeface="-apple-system"/>
            </a:endParaRPr>
          </a:p>
          <a:p>
            <a:pPr marL="457200" lvl="1" indent="0">
              <a:buNone/>
            </a:pPr>
            <a:r>
              <a:rPr lang="es" dirty="0"/>
              <a:t>Enlace  a GitHub: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ES" dirty="0">
                <a:hlinkClick r:id="rId3"/>
              </a:rPr>
              <a:t>https://github.com/AythamiPV/Reserly</a:t>
            </a:r>
            <a:endParaRPr lang="es-ES" dirty="0"/>
          </a:p>
          <a:p>
            <a:pPr marL="457200" lvl="1" indent="0">
              <a:buNone/>
            </a:pPr>
            <a:r>
              <a:rPr lang="es" dirty="0"/>
              <a:t>Enlace al vídeo: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  <a:latin typeface="Arial" panose="020B0604020202020204" pitchFamily="34" charset="0"/>
              </a:rPr>
              <a:t>x</a:t>
            </a:r>
            <a:endParaRPr lang="es" dirty="0"/>
          </a:p>
          <a:p>
            <a:pPr>
              <a:buFont typeface="Arial" panose="020B0604020202020204" pitchFamily="34" charset="0"/>
              <a:buChar char="•"/>
            </a:pPr>
            <a:r>
              <a:rPr lang="es" dirty="0"/>
              <a:t>Enlace al trello: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ES" b="0" i="0" u="sng" dirty="0">
                <a:effectLst/>
                <a:latin typeface="-apple-system"/>
                <a:hlinkClick r:id="rId4"/>
              </a:rPr>
              <a:t>https://trello.com/invite/b/67a62f6bffa16fc46760a77b/ATTI9789d2d7db6ffa16c1a8e1291604a1999397688E/reserly</a:t>
            </a:r>
            <a:endParaRPr lang="es" dirty="0"/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527AE480-D58D-8A4F-D9AD-3E0956702A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rtlCol="0"/>
          <a:lstStyle/>
          <a:p>
            <a:pPr rtl="0"/>
            <a:fld id="{B67B645E-C5E5-4727-B977-D372A0AA71D9}" type="slidenum">
              <a:rPr lang="en-US" smtClean="0"/>
              <a:pPr rtl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0294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ítulo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" dirty="0"/>
              <a:t>Muchas</a:t>
            </a:r>
            <a:br>
              <a:rPr lang="en-US" dirty="0"/>
            </a:br>
            <a:r>
              <a:rPr lang="es" dirty="0"/>
              <a:t>gracias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64EF33A-985F-1552-741F-EC25D85BB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656" y="1341676"/>
            <a:ext cx="7685524" cy="4974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http://schemas.microsoft.com/office/2006/documentManagement/types"/>
    <ds:schemaRef ds:uri="http://purl.org/dc/elements/1.1/"/>
    <ds:schemaRef ds:uri="http://schemas.microsoft.com/sharepoint/v3"/>
    <ds:schemaRef ds:uri="http://schemas.microsoft.com/office/infopath/2007/PartnerControls"/>
    <ds:schemaRef ds:uri="http://www.w3.org/XML/1998/namespace"/>
    <ds:schemaRef ds:uri="http://purl.org/dc/terms/"/>
    <ds:schemaRef ds:uri="http://schemas.microsoft.com/office/2006/metadata/properties"/>
    <ds:schemaRef ds:uri="71af3243-3dd4-4a8d-8c0d-dd76da1f02a5"/>
    <ds:schemaRef ds:uri="http://schemas.openxmlformats.org/package/2006/metadata/core-properties"/>
    <ds:schemaRef ds:uri="230e9df3-be65-4c73-a93b-d1236ebd677e"/>
    <ds:schemaRef ds:uri="16c05727-aa75-4e4a-9b5f-8a80a1165891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colores corporativos</Template>
  <TotalTime>495</TotalTime>
  <Words>174</Words>
  <Application>Microsoft Office PowerPoint</Application>
  <PresentationFormat>Panorámica</PresentationFormat>
  <Paragraphs>42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-apple-system</vt:lpstr>
      <vt:lpstr>Aptos</vt:lpstr>
      <vt:lpstr>Aptos Light</vt:lpstr>
      <vt:lpstr>Arial</vt:lpstr>
      <vt:lpstr>Calibri</vt:lpstr>
      <vt:lpstr>Personalizar</vt:lpstr>
      <vt:lpstr>Francisco Malillos castellano,aythami pérez vega y nicolás ruiz barreto  </vt:lpstr>
      <vt:lpstr>INDICE</vt:lpstr>
      <vt:lpstr>EVOLUCIÓN DE LAS INTERFACES </vt:lpstr>
      <vt:lpstr>EVOLUCIÓN DE LAS INTERFACES </vt:lpstr>
      <vt:lpstr>EVOLUCIÓN DE LAS INTERFACES</vt:lpstr>
      <vt:lpstr>Explicación de los cambios realizados a nivel de código  </vt:lpstr>
      <vt:lpstr>Formularios </vt:lpstr>
      <vt:lpstr>Formularios </vt:lpstr>
      <vt:lpstr>JSON Y CARGA DE DATOS </vt:lpstr>
      <vt:lpstr>TRELLO </vt:lpstr>
      <vt:lpstr>enlaces </vt:lpstr>
      <vt:lpstr>Muchas 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pancho malillos</dc:creator>
  <cp:lastModifiedBy>pancho malillos</cp:lastModifiedBy>
  <cp:revision>9</cp:revision>
  <dcterms:created xsi:type="dcterms:W3CDTF">2025-03-01T19:40:21Z</dcterms:created>
  <dcterms:modified xsi:type="dcterms:W3CDTF">2025-03-30T19:57:44Z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